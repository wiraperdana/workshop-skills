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navy"/>
          <p:cNvSpPr/>
          <p:nvPr userDrawn="1"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61D32"/>
          </a:solidFill>
          <a:ln>
            <a:noFill/>
          </a:ln>
        </p:spPr>
      </p:sp>
      <p:sp>
        <p:nvSpPr>
          <p:cNvPr id="3" name="Aksen emas"/>
          <p:cNvSpPr/>
          <p:nvPr userDrawn="1"/>
        </p:nvSpPr>
        <p:spPr>
          <a:xfrm>
            <a:off x="320040" y="1280160"/>
            <a:ext cx="73152" cy="4023360"/>
          </a:xfrm>
          <a:prstGeom prst="rect">
            <a:avLst/>
          </a:prstGeom>
          <a:solidFill>
            <a:srgbClr val="F5B84A"/>
          </a:solidFill>
          <a:ln>
            <a:noFill/>
          </a:ln>
        </p:spPr>
      </p:sp>
      <p:sp>
        <p:nvSpPr>
          <p:cNvPr id="4" name="Gambar cover"/>
          <p:cNvSpPr>
            <a:spLocks noGrp="1"/>
          </p:cNvSpPr>
          <p:nvPr>
            <p:ph type="pic" idx="10"/>
          </p:nvPr>
        </p:nvSpPr>
        <p:spPr>
          <a:xfrm>
            <a:off x="5120640" y="0"/>
            <a:ext cx="7071055" cy="685800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Gambar: adegan dari dunia kerja audiens</a:t>
            </a:r>
          </a:p>
        </p:txBody>
      </p:sp>
      <p:sp>
        <p:nvSpPr>
          <p:cNvPr id="5" name="Judul"/>
          <p:cNvSpPr>
            <a:spLocks noGrp="1"/>
          </p:cNvSpPr>
          <p:nvPr>
            <p:ph type="ctrTitle" idx="0"/>
          </p:nvPr>
        </p:nvSpPr>
        <p:spPr>
          <a:xfrm>
            <a:off x="640080" y="1280160"/>
            <a:ext cx="4206240" cy="2194560"/>
          </a:xfrm>
        </p:spPr>
        <p:txBody>
          <a:bodyPr wrap="square" lIns="0" rIns="0" tIns="0" bIns="0" anchor="b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id-ID"/>
              <a:t>Judul sesi</a:t>
            </a:r>
          </a:p>
        </p:txBody>
      </p:sp>
      <p:sp>
        <p:nvSpPr>
          <p:cNvPr id="6" name="Subjudul"/>
          <p:cNvSpPr>
            <a:spLocks noGrp="1"/>
          </p:cNvSpPr>
          <p:nvPr>
            <p:ph type="subTitle" idx="1"/>
          </p:nvPr>
        </p:nvSpPr>
        <p:spPr>
          <a:xfrm>
            <a:off x="640080" y="3657600"/>
            <a:ext cx="4206240" cy="109728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id-ID"/>
              <a:t>Satu kalimat janji sesi</a:t>
            </a:r>
          </a:p>
        </p:txBody>
      </p:sp>
      <p:sp>
        <p:nvSpPr>
          <p:cNvPr id="7" name="Pembicara"/>
          <p:cNvSpPr>
            <a:spLocks noGrp="1"/>
          </p:cNvSpPr>
          <p:nvPr>
            <p:ph type="body" idx="23"/>
          </p:nvPr>
        </p:nvSpPr>
        <p:spPr>
          <a:xfrm>
            <a:off x="640080" y="5029200"/>
            <a:ext cx="4206240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400" b="1">
                <a:solidFill>
                  <a:srgbClr val="F5B84A"/>
                </a:solidFill>
                <a:latin typeface="+mn-lt"/>
              </a:defRPr>
            </a:lvl1pPr>
          </a:lstStyle>
          <a:p>
            <a:r>
              <a:rPr lang="id-ID"/>
              <a:t>Nama pembicara | penyelenggara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embuka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mbar latar"/>
          <p:cNvSpPr>
            <a:spLocks noGrp="1"/>
          </p:cNvSpPr>
          <p:nvPr>
            <p:ph type="pic" idx="10"/>
          </p:nvPr>
        </p:nvSpPr>
        <p:spPr>
          <a:xfrm>
            <a:off x="0" y="0"/>
            <a:ext cx="12191695" cy="420624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Gambar suasana bagian</a:t>
            </a:r>
          </a:p>
        </p:txBody>
      </p:sp>
      <p:sp>
        <p:nvSpPr>
          <p:cNvPr id="3" name="Pita navy"/>
          <p:cNvSpPr/>
          <p:nvPr userDrawn="1"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061D32"/>
          </a:solidFill>
          <a:ln>
            <a:noFill/>
          </a:ln>
        </p:spPr>
      </p:sp>
      <p:sp>
        <p:nvSpPr>
          <p:cNvPr id="4" name="Label bagian"/>
          <p:cNvSpPr>
            <a:spLocks noGrp="1"/>
          </p:cNvSpPr>
          <p:nvPr>
            <p:ph type="body" idx="24"/>
          </p:nvPr>
        </p:nvSpPr>
        <p:spPr>
          <a:xfrm>
            <a:off x="457200" y="4480560"/>
            <a:ext cx="5486400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400" b="1" cap="all">
                <a:solidFill>
                  <a:srgbClr val="F5B84A"/>
                </a:solidFill>
                <a:latin typeface="+mn-lt"/>
              </a:defRPr>
            </a:lvl1pPr>
          </a:lstStyle>
          <a:p>
            <a:r>
              <a:rPr lang="id-ID"/>
              <a:t>Bagian 2</a:t>
            </a:r>
          </a:p>
        </p:txBody>
      </p:sp>
      <p:sp>
        <p:nvSpPr>
          <p:cNvPr id="5" name="Judul"/>
          <p:cNvSpPr>
            <a:spLocks noGrp="1"/>
          </p:cNvSpPr>
          <p:nvPr>
            <p:ph type="title" idx="0"/>
          </p:nvPr>
        </p:nvSpPr>
        <p:spPr>
          <a:xfrm>
            <a:off x="457200" y="4892040"/>
            <a:ext cx="11277295" cy="1097280"/>
          </a:xfrm>
        </p:spPr>
        <p:txBody>
          <a:bodyPr wrap="square" lIns="0" rIns="0" tIns="0" bIns="0" anchor="b">
            <a:normAutofit/>
          </a:bodyPr>
          <a:lstStyle>
            <a:lvl1pPr marL="0" indent="0" algn="l">
              <a:buNone/>
              <a:defRPr sz="3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id-ID"/>
              <a:t>Judul: tindakan, akibat, atau pertanyaan</a:t>
            </a:r>
          </a:p>
        </p:txBody>
      </p:sp>
      <p:sp>
        <p:nvSpPr>
          <p:cNvPr id="6" name="Sumber"/>
          <p:cNvSpPr>
            <a:spLocks noGrp="1"/>
          </p:cNvSpPr>
          <p:nvPr>
            <p:ph type="body" idx="20"/>
          </p:nvPr>
        </p:nvSpPr>
        <p:spPr>
          <a:xfrm>
            <a:off x="457200" y="6446520"/>
            <a:ext cx="86868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9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id-ID"/>
              <a:t>Sumber: Penulis, tahun, hlm. x</a:t>
            </a:r>
          </a:p>
        </p:txBody>
      </p:sp>
      <p:sp>
        <p:nvSpPr>
          <p:cNvPr id="7" name="Nomor slide"/>
          <p:cNvSpPr>
            <a:spLocks noGrp="1"/>
          </p:cNvSpPr>
          <p:nvPr>
            <p:ph type="sldNum" idx="21"/>
          </p:nvPr>
        </p:nvSpPr>
        <p:spPr>
          <a:xfrm>
            <a:off x="10820095" y="6446520"/>
            <a:ext cx="9144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r">
              <a:buNone/>
              <a:defRPr sz="9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id-ID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Visual penu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>
            <a:spLocks noGrp="1"/>
          </p:cNvSpPr>
          <p:nvPr>
            <p:ph type="title" idx="0"/>
          </p:nvPr>
        </p:nvSpPr>
        <p:spPr>
          <a:xfrm>
            <a:off x="457200" y="274320"/>
            <a:ext cx="11277295" cy="777240"/>
          </a:xfrm>
        </p:spPr>
        <p:txBody>
          <a:bodyPr wrap="square" lIns="0" rIns="0" tIns="0" bIns="0" anchor="b">
            <a:normAutofit/>
          </a:bodyPr>
          <a:lstStyle>
            <a:lvl1pPr marL="0" indent="0" algn="l">
              <a:buNone/>
              <a:defRPr sz="3000" b="1">
                <a:solidFill>
                  <a:srgbClr val="061D32"/>
                </a:solidFill>
                <a:latin typeface="+mj-lt"/>
              </a:defRPr>
            </a:lvl1pPr>
          </a:lstStyle>
          <a:p>
            <a:r>
              <a:rPr lang="id-ID"/>
              <a:t>Judul: tindakan, akibat, atau pertanyaan</a:t>
            </a:r>
          </a:p>
        </p:txBody>
      </p:sp>
      <p:sp>
        <p:nvSpPr>
          <p:cNvPr id="3" name="Gambar utama"/>
          <p:cNvSpPr>
            <a:spLocks noGrp="1"/>
          </p:cNvSpPr>
          <p:nvPr>
            <p:ph type="pic" idx="10"/>
          </p:nvPr>
        </p:nvSpPr>
        <p:spPr>
          <a:xfrm>
            <a:off x="0" y="1234440"/>
            <a:ext cx="12191695" cy="438912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Gambar penjelas tanpa teks. Label ditulis native di atasnya.</a:t>
            </a:r>
          </a:p>
        </p:txBody>
      </p:sp>
      <p:sp>
        <p:nvSpPr>
          <p:cNvPr id="4" name="Bar kesimpulan"/>
          <p:cNvSpPr/>
          <p:nvPr userDrawn="1"/>
        </p:nvSpPr>
        <p:spPr>
          <a:xfrm>
            <a:off x="0" y="5806440"/>
            <a:ext cx="12191695" cy="548640"/>
          </a:xfrm>
          <a:prstGeom prst="rect">
            <a:avLst/>
          </a:prstGeom>
          <a:solidFill>
            <a:srgbClr val="061D32"/>
          </a:solidFill>
          <a:ln>
            <a:noFill/>
          </a:ln>
        </p:spPr>
      </p:sp>
      <p:sp>
        <p:nvSpPr>
          <p:cNvPr id="5" name="Aksen emas"/>
          <p:cNvSpPr/>
          <p:nvPr userDrawn="1"/>
        </p:nvSpPr>
        <p:spPr>
          <a:xfrm>
            <a:off x="0" y="5806440"/>
            <a:ext cx="109728" cy="548640"/>
          </a:xfrm>
          <a:prstGeom prst="rect">
            <a:avLst/>
          </a:prstGeom>
          <a:solidFill>
            <a:srgbClr val="F5B84A"/>
          </a:solidFill>
          <a:ln>
            <a:noFill/>
          </a:ln>
        </p:spPr>
      </p:sp>
      <p:sp>
        <p:nvSpPr>
          <p:cNvPr id="6" name="Kesimpulan"/>
          <p:cNvSpPr>
            <a:spLocks noGrp="1"/>
          </p:cNvSpPr>
          <p:nvPr>
            <p:ph type="body" idx="22"/>
          </p:nvPr>
        </p:nvSpPr>
        <p:spPr>
          <a:xfrm>
            <a:off x="457200" y="5806440"/>
            <a:ext cx="11277295" cy="548640"/>
          </a:xfrm>
        </p:spPr>
        <p:txBody>
          <a:bodyPr wrap="square" lIns="0" rIns="0" tIns="0" bIns="0" anchor="ctr"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id-ID"/>
              <a:t>Satu kalimat kesimpulan</a:t>
            </a:r>
          </a:p>
        </p:txBody>
      </p:sp>
      <p:sp>
        <p:nvSpPr>
          <p:cNvPr id="7" name="Sumber"/>
          <p:cNvSpPr>
            <a:spLocks noGrp="1"/>
          </p:cNvSpPr>
          <p:nvPr>
            <p:ph type="body" idx="20"/>
          </p:nvPr>
        </p:nvSpPr>
        <p:spPr>
          <a:xfrm>
            <a:off x="457200" y="6446520"/>
            <a:ext cx="86868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Sumber: Penulis, tahun, hlm. x</a:t>
            </a:r>
          </a:p>
        </p:txBody>
      </p:sp>
      <p:sp>
        <p:nvSpPr>
          <p:cNvPr id="8" name="Nomor slide"/>
          <p:cNvSpPr>
            <a:spLocks noGrp="1"/>
          </p:cNvSpPr>
          <p:nvPr>
            <p:ph type="sldNum" idx="21"/>
          </p:nvPr>
        </p:nvSpPr>
        <p:spPr>
          <a:xfrm>
            <a:off x="10820095" y="6446520"/>
            <a:ext cx="9144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r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ebelum dan sesud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>
            <a:spLocks noGrp="1"/>
          </p:cNvSpPr>
          <p:nvPr>
            <p:ph type="title" idx="0"/>
          </p:nvPr>
        </p:nvSpPr>
        <p:spPr>
          <a:xfrm>
            <a:off x="457200" y="274320"/>
            <a:ext cx="11277295" cy="777240"/>
          </a:xfrm>
        </p:spPr>
        <p:txBody>
          <a:bodyPr wrap="square" lIns="0" rIns="0" tIns="0" bIns="0" anchor="b">
            <a:normAutofit/>
          </a:bodyPr>
          <a:lstStyle>
            <a:lvl1pPr marL="0" indent="0" algn="l">
              <a:buNone/>
              <a:defRPr sz="3000" b="1">
                <a:solidFill>
                  <a:srgbClr val="061D32"/>
                </a:solidFill>
                <a:latin typeface="+mj-lt"/>
              </a:defRPr>
            </a:lvl1pPr>
          </a:lstStyle>
          <a:p>
            <a:r>
              <a:rPr lang="id-ID"/>
              <a:t>Judul: tindakan, akibat, atau pertanyaan</a:t>
            </a:r>
          </a:p>
        </p:txBody>
      </p:sp>
      <p:sp>
        <p:nvSpPr>
          <p:cNvPr id="3" name="Label kiri"/>
          <p:cNvSpPr>
            <a:spLocks noGrp="1"/>
          </p:cNvSpPr>
          <p:nvPr>
            <p:ph type="body" idx="12"/>
          </p:nvPr>
        </p:nvSpPr>
        <p:spPr>
          <a:xfrm>
            <a:off x="457200" y="1234440"/>
            <a:ext cx="5501487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600" b="1" cap="all">
                <a:solidFill>
                  <a:srgbClr val="2697AF"/>
                </a:solidFill>
                <a:latin typeface="+mn-lt"/>
              </a:defRPr>
            </a:lvl1pPr>
          </a:lstStyle>
          <a:p>
            <a:r>
              <a:rPr lang="id-ID"/>
              <a:t>Sebelum</a:t>
            </a:r>
          </a:p>
        </p:txBody>
      </p:sp>
      <p:sp>
        <p:nvSpPr>
          <p:cNvPr id="4" name="Label kanan"/>
          <p:cNvSpPr>
            <a:spLocks noGrp="1"/>
          </p:cNvSpPr>
          <p:nvPr>
            <p:ph type="body" idx="13"/>
          </p:nvPr>
        </p:nvSpPr>
        <p:spPr>
          <a:xfrm>
            <a:off x="6233007" y="1234440"/>
            <a:ext cx="5501487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600" b="1" cap="all">
                <a:solidFill>
                  <a:srgbClr val="F5B84A"/>
                </a:solidFill>
                <a:latin typeface="+mn-lt"/>
              </a:defRPr>
            </a:lvl1pPr>
          </a:lstStyle>
          <a:p>
            <a:r>
              <a:rPr lang="id-ID"/>
              <a:t>Sesudah</a:t>
            </a:r>
          </a:p>
        </p:txBody>
      </p:sp>
      <p:sp>
        <p:nvSpPr>
          <p:cNvPr id="5" name="Gambar kiri"/>
          <p:cNvSpPr>
            <a:spLocks noGrp="1"/>
          </p:cNvSpPr>
          <p:nvPr>
            <p:ph type="pic" idx="10"/>
          </p:nvPr>
        </p:nvSpPr>
        <p:spPr>
          <a:xfrm>
            <a:off x="457200" y="1691640"/>
            <a:ext cx="5501487" cy="393192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Adegan sebelum</a:t>
            </a:r>
          </a:p>
        </p:txBody>
      </p:sp>
      <p:sp>
        <p:nvSpPr>
          <p:cNvPr id="6" name="Gambar kanan"/>
          <p:cNvSpPr>
            <a:spLocks noGrp="1"/>
          </p:cNvSpPr>
          <p:nvPr>
            <p:ph type="pic" idx="11"/>
          </p:nvPr>
        </p:nvSpPr>
        <p:spPr>
          <a:xfrm>
            <a:off x="6233007" y="1691640"/>
            <a:ext cx="5501487" cy="393192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Adegan sesudah, objek sama</a:t>
            </a:r>
          </a:p>
        </p:txBody>
      </p:sp>
      <p:sp>
        <p:nvSpPr>
          <p:cNvPr id="7" name="Bar kesimpulan"/>
          <p:cNvSpPr/>
          <p:nvPr userDrawn="1"/>
        </p:nvSpPr>
        <p:spPr>
          <a:xfrm>
            <a:off x="0" y="5806440"/>
            <a:ext cx="12191695" cy="548640"/>
          </a:xfrm>
          <a:prstGeom prst="rect">
            <a:avLst/>
          </a:prstGeom>
          <a:solidFill>
            <a:srgbClr val="061D32"/>
          </a:solidFill>
          <a:ln>
            <a:noFill/>
          </a:ln>
        </p:spPr>
      </p:sp>
      <p:sp>
        <p:nvSpPr>
          <p:cNvPr id="8" name="Aksen emas"/>
          <p:cNvSpPr/>
          <p:nvPr userDrawn="1"/>
        </p:nvSpPr>
        <p:spPr>
          <a:xfrm>
            <a:off x="0" y="5806440"/>
            <a:ext cx="109728" cy="548640"/>
          </a:xfrm>
          <a:prstGeom prst="rect">
            <a:avLst/>
          </a:prstGeom>
          <a:solidFill>
            <a:srgbClr val="F5B84A"/>
          </a:solidFill>
          <a:ln>
            <a:noFill/>
          </a:ln>
        </p:spPr>
      </p:sp>
      <p:sp>
        <p:nvSpPr>
          <p:cNvPr id="9" name="Kesimpulan"/>
          <p:cNvSpPr>
            <a:spLocks noGrp="1"/>
          </p:cNvSpPr>
          <p:nvPr>
            <p:ph type="body" idx="22"/>
          </p:nvPr>
        </p:nvSpPr>
        <p:spPr>
          <a:xfrm>
            <a:off x="457200" y="5806440"/>
            <a:ext cx="11277295" cy="548640"/>
          </a:xfrm>
        </p:spPr>
        <p:txBody>
          <a:bodyPr wrap="square" lIns="0" rIns="0" tIns="0" bIns="0" anchor="ctr"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id-ID"/>
              <a:t>Satu kalimat kesimpulan</a:t>
            </a:r>
          </a:p>
        </p:txBody>
      </p:sp>
      <p:sp>
        <p:nvSpPr>
          <p:cNvPr id="10" name="Sumber"/>
          <p:cNvSpPr>
            <a:spLocks noGrp="1"/>
          </p:cNvSpPr>
          <p:nvPr>
            <p:ph type="body" idx="20"/>
          </p:nvPr>
        </p:nvSpPr>
        <p:spPr>
          <a:xfrm>
            <a:off x="457200" y="6446520"/>
            <a:ext cx="86868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Sumber: Penulis, tahun, hlm. x</a:t>
            </a:r>
          </a:p>
        </p:txBody>
      </p:sp>
      <p:sp>
        <p:nvSpPr>
          <p:cNvPr id="11" name="Nomor slide"/>
          <p:cNvSpPr>
            <a:spLocks noGrp="1"/>
          </p:cNvSpPr>
          <p:nvPr>
            <p:ph type="sldNum" idx="21"/>
          </p:nvPr>
        </p:nvSpPr>
        <p:spPr>
          <a:xfrm>
            <a:off x="10820095" y="6446520"/>
            <a:ext cx="9144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r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kenario berj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>
            <a:spLocks noGrp="1"/>
          </p:cNvSpPr>
          <p:nvPr>
            <p:ph type="title" idx="0"/>
          </p:nvPr>
        </p:nvSpPr>
        <p:spPr>
          <a:xfrm>
            <a:off x="457200" y="274320"/>
            <a:ext cx="11277295" cy="777240"/>
          </a:xfrm>
        </p:spPr>
        <p:txBody>
          <a:bodyPr wrap="square" lIns="0" rIns="0" tIns="0" bIns="0" anchor="b">
            <a:normAutofit/>
          </a:bodyPr>
          <a:lstStyle>
            <a:lvl1pPr marL="0" indent="0" algn="l">
              <a:buNone/>
              <a:defRPr sz="3000" b="1">
                <a:solidFill>
                  <a:srgbClr val="061D32"/>
                </a:solidFill>
                <a:latin typeface="+mj-lt"/>
              </a:defRPr>
            </a:lvl1pPr>
          </a:lstStyle>
          <a:p>
            <a:r>
              <a:rPr lang="id-ID"/>
              <a:t>Judul: tindakan, akibat, atau pertanyaan</a:t>
            </a:r>
          </a:p>
        </p:txBody>
      </p:sp>
      <p:sp>
        <p:nvSpPr>
          <p:cNvPr id="3" name="Jam 1"/>
          <p:cNvSpPr>
            <a:spLocks noGrp="1"/>
          </p:cNvSpPr>
          <p:nvPr>
            <p:ph type="body" idx="30"/>
          </p:nvPr>
        </p:nvSpPr>
        <p:spPr>
          <a:xfrm>
            <a:off x="457200" y="1234440"/>
            <a:ext cx="2682163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600" b="1">
                <a:solidFill>
                  <a:srgbClr val="2697AF"/>
                </a:solidFill>
                <a:latin typeface="+mn-lt"/>
              </a:defRPr>
            </a:lvl1pPr>
          </a:lstStyle>
          <a:p>
            <a:r>
              <a:rPr lang="id-ID"/>
              <a:t>10.15</a:t>
            </a:r>
          </a:p>
        </p:txBody>
      </p:sp>
      <p:sp>
        <p:nvSpPr>
          <p:cNvPr id="4" name="Panel 1"/>
          <p:cNvSpPr>
            <a:spLocks noGrp="1"/>
          </p:cNvSpPr>
          <p:nvPr>
            <p:ph type="pic" idx="10"/>
          </p:nvPr>
        </p:nvSpPr>
        <p:spPr>
          <a:xfrm>
            <a:off x="457200" y="1645920"/>
            <a:ext cx="2682163" cy="265176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Adegan langkah 1</a:t>
            </a:r>
          </a:p>
        </p:txBody>
      </p:sp>
      <p:sp>
        <p:nvSpPr>
          <p:cNvPr id="5" name="Keterangan 1"/>
          <p:cNvSpPr>
            <a:spLocks noGrp="1"/>
          </p:cNvSpPr>
          <p:nvPr>
            <p:ph type="body" idx="40"/>
          </p:nvPr>
        </p:nvSpPr>
        <p:spPr>
          <a:xfrm>
            <a:off x="457200" y="4389120"/>
            <a:ext cx="2682163" cy="123444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061D32"/>
                </a:solidFill>
                <a:latin typeface="+mn-lt"/>
              </a:defRPr>
            </a:lvl1pPr>
          </a:lstStyle>
          <a:p>
            <a:r>
              <a:rPr lang="id-ID"/>
              <a:t>Siapa melakukan apa</a:t>
            </a:r>
          </a:p>
        </p:txBody>
      </p:sp>
      <p:sp>
        <p:nvSpPr>
          <p:cNvPr id="6" name="Jam 2"/>
          <p:cNvSpPr>
            <a:spLocks noGrp="1"/>
          </p:cNvSpPr>
          <p:nvPr>
            <p:ph type="body" idx="31"/>
          </p:nvPr>
        </p:nvSpPr>
        <p:spPr>
          <a:xfrm>
            <a:off x="3322243" y="1234440"/>
            <a:ext cx="2682163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600" b="1">
                <a:solidFill>
                  <a:srgbClr val="2697AF"/>
                </a:solidFill>
                <a:latin typeface="+mn-lt"/>
              </a:defRPr>
            </a:lvl1pPr>
          </a:lstStyle>
          <a:p>
            <a:r>
              <a:rPr lang="id-ID"/>
              <a:t>10.16</a:t>
            </a:r>
          </a:p>
        </p:txBody>
      </p:sp>
      <p:sp>
        <p:nvSpPr>
          <p:cNvPr id="7" name="Panel 2"/>
          <p:cNvSpPr>
            <a:spLocks noGrp="1"/>
          </p:cNvSpPr>
          <p:nvPr>
            <p:ph type="pic" idx="11"/>
          </p:nvPr>
        </p:nvSpPr>
        <p:spPr>
          <a:xfrm>
            <a:off x="3322243" y="1645920"/>
            <a:ext cx="2682163" cy="265176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Adegan langkah 2</a:t>
            </a:r>
          </a:p>
        </p:txBody>
      </p:sp>
      <p:sp>
        <p:nvSpPr>
          <p:cNvPr id="8" name="Keterangan 2"/>
          <p:cNvSpPr>
            <a:spLocks noGrp="1"/>
          </p:cNvSpPr>
          <p:nvPr>
            <p:ph type="body" idx="41"/>
          </p:nvPr>
        </p:nvSpPr>
        <p:spPr>
          <a:xfrm>
            <a:off x="3322243" y="4389120"/>
            <a:ext cx="2682163" cy="123444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061D32"/>
                </a:solidFill>
                <a:latin typeface="+mn-lt"/>
              </a:defRPr>
            </a:lvl1pPr>
          </a:lstStyle>
          <a:p>
            <a:r>
              <a:rPr lang="id-ID"/>
              <a:t>Siapa melakukan apa</a:t>
            </a:r>
          </a:p>
        </p:txBody>
      </p:sp>
      <p:sp>
        <p:nvSpPr>
          <p:cNvPr id="9" name="Jam 3"/>
          <p:cNvSpPr>
            <a:spLocks noGrp="1"/>
          </p:cNvSpPr>
          <p:nvPr>
            <p:ph type="body" idx="32"/>
          </p:nvPr>
        </p:nvSpPr>
        <p:spPr>
          <a:xfrm>
            <a:off x="6187287" y="1234440"/>
            <a:ext cx="2682163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600" b="1">
                <a:solidFill>
                  <a:srgbClr val="2697AF"/>
                </a:solidFill>
                <a:latin typeface="+mn-lt"/>
              </a:defRPr>
            </a:lvl1pPr>
          </a:lstStyle>
          <a:p>
            <a:r>
              <a:rPr lang="id-ID"/>
              <a:t>10.17</a:t>
            </a:r>
          </a:p>
        </p:txBody>
      </p:sp>
      <p:sp>
        <p:nvSpPr>
          <p:cNvPr id="10" name="Panel 3"/>
          <p:cNvSpPr>
            <a:spLocks noGrp="1"/>
          </p:cNvSpPr>
          <p:nvPr>
            <p:ph type="pic" idx="12"/>
          </p:nvPr>
        </p:nvSpPr>
        <p:spPr>
          <a:xfrm>
            <a:off x="6187287" y="1645920"/>
            <a:ext cx="2682163" cy="265176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Adegan langkah 3</a:t>
            </a:r>
          </a:p>
        </p:txBody>
      </p:sp>
      <p:sp>
        <p:nvSpPr>
          <p:cNvPr id="11" name="Keterangan 3"/>
          <p:cNvSpPr>
            <a:spLocks noGrp="1"/>
          </p:cNvSpPr>
          <p:nvPr>
            <p:ph type="body" idx="42"/>
          </p:nvPr>
        </p:nvSpPr>
        <p:spPr>
          <a:xfrm>
            <a:off x="6187287" y="4389120"/>
            <a:ext cx="2682163" cy="123444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061D32"/>
                </a:solidFill>
                <a:latin typeface="+mn-lt"/>
              </a:defRPr>
            </a:lvl1pPr>
          </a:lstStyle>
          <a:p>
            <a:r>
              <a:rPr lang="id-ID"/>
              <a:t>Siapa melakukan apa</a:t>
            </a:r>
          </a:p>
        </p:txBody>
      </p:sp>
      <p:sp>
        <p:nvSpPr>
          <p:cNvPr id="12" name="Jam 4"/>
          <p:cNvSpPr>
            <a:spLocks noGrp="1"/>
          </p:cNvSpPr>
          <p:nvPr>
            <p:ph type="body" idx="33"/>
          </p:nvPr>
        </p:nvSpPr>
        <p:spPr>
          <a:xfrm>
            <a:off x="9052331" y="1234440"/>
            <a:ext cx="2682163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600" b="1">
                <a:solidFill>
                  <a:srgbClr val="2697AF"/>
                </a:solidFill>
                <a:latin typeface="+mn-lt"/>
              </a:defRPr>
            </a:lvl1pPr>
          </a:lstStyle>
          <a:p>
            <a:r>
              <a:rPr lang="id-ID"/>
              <a:t>10.18</a:t>
            </a:r>
          </a:p>
        </p:txBody>
      </p:sp>
      <p:sp>
        <p:nvSpPr>
          <p:cNvPr id="13" name="Panel 4"/>
          <p:cNvSpPr>
            <a:spLocks noGrp="1"/>
          </p:cNvSpPr>
          <p:nvPr>
            <p:ph type="pic" idx="13"/>
          </p:nvPr>
        </p:nvSpPr>
        <p:spPr>
          <a:xfrm>
            <a:off x="9052331" y="1645920"/>
            <a:ext cx="2682163" cy="265176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Adegan langkah 4</a:t>
            </a:r>
          </a:p>
        </p:txBody>
      </p:sp>
      <p:sp>
        <p:nvSpPr>
          <p:cNvPr id="14" name="Keterangan 4"/>
          <p:cNvSpPr>
            <a:spLocks noGrp="1"/>
          </p:cNvSpPr>
          <p:nvPr>
            <p:ph type="body" idx="43"/>
          </p:nvPr>
        </p:nvSpPr>
        <p:spPr>
          <a:xfrm>
            <a:off x="9052331" y="4389120"/>
            <a:ext cx="2682163" cy="123444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061D32"/>
                </a:solidFill>
                <a:latin typeface="+mn-lt"/>
              </a:defRPr>
            </a:lvl1pPr>
          </a:lstStyle>
          <a:p>
            <a:r>
              <a:rPr lang="id-ID"/>
              <a:t>Siapa melakukan apa</a:t>
            </a:r>
          </a:p>
        </p:txBody>
      </p:sp>
      <p:sp>
        <p:nvSpPr>
          <p:cNvPr id="20" name="Bar kesimpulan"/>
          <p:cNvSpPr/>
          <p:nvPr userDrawn="1"/>
        </p:nvSpPr>
        <p:spPr>
          <a:xfrm>
            <a:off x="0" y="5806440"/>
            <a:ext cx="12191695" cy="548640"/>
          </a:xfrm>
          <a:prstGeom prst="rect">
            <a:avLst/>
          </a:prstGeom>
          <a:solidFill>
            <a:srgbClr val="061D32"/>
          </a:solidFill>
          <a:ln>
            <a:noFill/>
          </a:ln>
        </p:spPr>
      </p:sp>
      <p:sp>
        <p:nvSpPr>
          <p:cNvPr id="21" name="Aksen emas"/>
          <p:cNvSpPr/>
          <p:nvPr userDrawn="1"/>
        </p:nvSpPr>
        <p:spPr>
          <a:xfrm>
            <a:off x="0" y="5806440"/>
            <a:ext cx="109728" cy="548640"/>
          </a:xfrm>
          <a:prstGeom prst="rect">
            <a:avLst/>
          </a:prstGeom>
          <a:solidFill>
            <a:srgbClr val="F5B84A"/>
          </a:solidFill>
          <a:ln>
            <a:noFill/>
          </a:ln>
        </p:spPr>
      </p:sp>
      <p:sp>
        <p:nvSpPr>
          <p:cNvPr id="22" name="Kesimpulan"/>
          <p:cNvSpPr>
            <a:spLocks noGrp="1"/>
          </p:cNvSpPr>
          <p:nvPr>
            <p:ph type="body" idx="22"/>
          </p:nvPr>
        </p:nvSpPr>
        <p:spPr>
          <a:xfrm>
            <a:off x="457200" y="5806440"/>
            <a:ext cx="11277295" cy="548640"/>
          </a:xfrm>
        </p:spPr>
        <p:txBody>
          <a:bodyPr wrap="square" lIns="0" rIns="0" tIns="0" bIns="0" anchor="ctr"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id-ID"/>
              <a:t>Satu kalimat kesimpulan</a:t>
            </a:r>
          </a:p>
        </p:txBody>
      </p:sp>
      <p:sp>
        <p:nvSpPr>
          <p:cNvPr id="23" name="Sumber"/>
          <p:cNvSpPr>
            <a:spLocks noGrp="1"/>
          </p:cNvSpPr>
          <p:nvPr>
            <p:ph type="body" idx="20"/>
          </p:nvPr>
        </p:nvSpPr>
        <p:spPr>
          <a:xfrm>
            <a:off x="457200" y="6446520"/>
            <a:ext cx="86868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Sumber: Penulis, tahun, hlm. x</a:t>
            </a:r>
          </a:p>
        </p:txBody>
      </p:sp>
      <p:sp>
        <p:nvSpPr>
          <p:cNvPr id="24" name="Nomor slide"/>
          <p:cNvSpPr>
            <a:spLocks noGrp="1"/>
          </p:cNvSpPr>
          <p:nvPr>
            <p:ph type="sldNum" idx="21"/>
          </p:nvPr>
        </p:nvSpPr>
        <p:spPr>
          <a:xfrm>
            <a:off x="10820095" y="6446520"/>
            <a:ext cx="9144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r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>
            <a:spLocks noGrp="1"/>
          </p:cNvSpPr>
          <p:nvPr>
            <p:ph type="title" idx="0"/>
          </p:nvPr>
        </p:nvSpPr>
        <p:spPr>
          <a:xfrm>
            <a:off x="457200" y="274320"/>
            <a:ext cx="11277295" cy="777240"/>
          </a:xfrm>
        </p:spPr>
        <p:txBody>
          <a:bodyPr wrap="square" lIns="0" rIns="0" tIns="0" bIns="0" anchor="b">
            <a:normAutofit/>
          </a:bodyPr>
          <a:lstStyle>
            <a:lvl1pPr marL="0" indent="0" algn="l">
              <a:buNone/>
              <a:defRPr sz="3000" b="1">
                <a:solidFill>
                  <a:srgbClr val="061D32"/>
                </a:solidFill>
                <a:latin typeface="+mj-lt"/>
              </a:defRPr>
            </a:lvl1pPr>
          </a:lstStyle>
          <a:p>
            <a:r>
              <a:rPr lang="id-ID"/>
              <a:t>Judul: tindakan, akibat, atau pertanyaan</a:t>
            </a:r>
          </a:p>
        </p:txBody>
      </p:sp>
      <p:sp>
        <p:nvSpPr>
          <p:cNvPr id="3" name="Subjudul"/>
          <p:cNvSpPr>
            <a:spLocks noGrp="1"/>
          </p:cNvSpPr>
          <p:nvPr>
            <p:ph type="body" idx="1"/>
          </p:nvPr>
        </p:nvSpPr>
        <p:spPr>
          <a:xfrm>
            <a:off x="457200" y="1051560"/>
            <a:ext cx="11277295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500" b="0">
                <a:solidFill>
                  <a:srgbClr val="2697AF"/>
                </a:solidFill>
                <a:latin typeface="+mn-lt"/>
              </a:defRPr>
            </a:lvl1pPr>
          </a:lstStyle>
          <a:p>
            <a:r>
              <a:rPr lang="id-ID"/>
              <a:t>Subjudul yang menjelaskan konteks</a:t>
            </a:r>
          </a:p>
        </p:txBody>
      </p:sp>
      <p:sp>
        <p:nvSpPr>
          <p:cNvPr id="4" name="Isi berlapis"/>
          <p:cNvSpPr>
            <a:spLocks noGrp="1"/>
          </p:cNvSpPr>
          <p:nvPr>
            <p:ph type="body" idx="2"/>
          </p:nvPr>
        </p:nvSpPr>
        <p:spPr>
          <a:xfrm>
            <a:off x="457200" y="1508760"/>
            <a:ext cx="6035040" cy="411480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061D32"/>
                </a:solidFill>
                <a:latin typeface="+mn-lt"/>
              </a:defRPr>
            </a:lvl1pPr>
          </a:lstStyle>
          <a:p>
            <a:r>
              <a:rPr lang="id-ID"/>
              <a:t>Contoh, angka, langkah. Mode Detail boleh padat asalkan tertata.</a:t>
            </a:r>
          </a:p>
        </p:txBody>
      </p:sp>
      <p:sp>
        <p:nvSpPr>
          <p:cNvPr id="5" name="Gambar"/>
          <p:cNvSpPr>
            <a:spLocks noGrp="1"/>
          </p:cNvSpPr>
          <p:nvPr>
            <p:ph type="pic" idx="10"/>
          </p:nvPr>
        </p:nvSpPr>
        <p:spPr>
          <a:xfrm>
            <a:off x="6766560" y="1508760"/>
            <a:ext cx="4967935" cy="411480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Visual penjelas</a:t>
            </a:r>
          </a:p>
        </p:txBody>
      </p:sp>
      <p:sp>
        <p:nvSpPr>
          <p:cNvPr id="6" name="Bar kesimpulan"/>
          <p:cNvSpPr/>
          <p:nvPr userDrawn="1"/>
        </p:nvSpPr>
        <p:spPr>
          <a:xfrm>
            <a:off x="0" y="5806440"/>
            <a:ext cx="12191695" cy="548640"/>
          </a:xfrm>
          <a:prstGeom prst="rect">
            <a:avLst/>
          </a:prstGeom>
          <a:solidFill>
            <a:srgbClr val="061D32"/>
          </a:solidFill>
          <a:ln>
            <a:noFill/>
          </a:ln>
        </p:spPr>
      </p:sp>
      <p:sp>
        <p:nvSpPr>
          <p:cNvPr id="7" name="Aksen emas"/>
          <p:cNvSpPr/>
          <p:nvPr userDrawn="1"/>
        </p:nvSpPr>
        <p:spPr>
          <a:xfrm>
            <a:off x="0" y="5806440"/>
            <a:ext cx="109728" cy="548640"/>
          </a:xfrm>
          <a:prstGeom prst="rect">
            <a:avLst/>
          </a:prstGeom>
          <a:solidFill>
            <a:srgbClr val="F5B84A"/>
          </a:solidFill>
          <a:ln>
            <a:noFill/>
          </a:ln>
        </p:spPr>
      </p:sp>
      <p:sp>
        <p:nvSpPr>
          <p:cNvPr id="8" name="Kesimpulan"/>
          <p:cNvSpPr>
            <a:spLocks noGrp="1"/>
          </p:cNvSpPr>
          <p:nvPr>
            <p:ph type="body" idx="22"/>
          </p:nvPr>
        </p:nvSpPr>
        <p:spPr>
          <a:xfrm>
            <a:off x="457200" y="5806440"/>
            <a:ext cx="11277295" cy="548640"/>
          </a:xfrm>
        </p:spPr>
        <p:txBody>
          <a:bodyPr wrap="square" lIns="0" rIns="0" tIns="0" bIns="0" anchor="ctr"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id-ID"/>
              <a:t>Satu kalimat kesimpulan</a:t>
            </a:r>
          </a:p>
        </p:txBody>
      </p:sp>
      <p:sp>
        <p:nvSpPr>
          <p:cNvPr id="9" name="Sumber"/>
          <p:cNvSpPr>
            <a:spLocks noGrp="1"/>
          </p:cNvSpPr>
          <p:nvPr>
            <p:ph type="body" idx="20"/>
          </p:nvPr>
        </p:nvSpPr>
        <p:spPr>
          <a:xfrm>
            <a:off x="457200" y="6446520"/>
            <a:ext cx="86868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Sumber: Penulis, tahun, hlm. x</a:t>
            </a:r>
          </a:p>
        </p:txBody>
      </p:sp>
      <p:sp>
        <p:nvSpPr>
          <p:cNvPr id="10" name="Nomor slide"/>
          <p:cNvSpPr>
            <a:spLocks noGrp="1"/>
          </p:cNvSpPr>
          <p:nvPr>
            <p:ph type="sldNum" idx="21"/>
          </p:nvPr>
        </p:nvSpPr>
        <p:spPr>
          <a:xfrm>
            <a:off x="10820095" y="6446520"/>
            <a:ext cx="9144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r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gas latih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>
            <a:spLocks noGrp="1"/>
          </p:cNvSpPr>
          <p:nvPr>
            <p:ph type="title" idx="0"/>
          </p:nvPr>
        </p:nvSpPr>
        <p:spPr>
          <a:xfrm>
            <a:off x="457200" y="274320"/>
            <a:ext cx="11277295" cy="777240"/>
          </a:xfrm>
        </p:spPr>
        <p:txBody>
          <a:bodyPr wrap="square" lIns="0" rIns="0" tIns="0" bIns="0" anchor="b">
            <a:normAutofit/>
          </a:bodyPr>
          <a:lstStyle>
            <a:lvl1pPr marL="0" indent="0" algn="l">
              <a:buNone/>
              <a:defRPr sz="3000" b="1">
                <a:solidFill>
                  <a:srgbClr val="061D32"/>
                </a:solidFill>
                <a:latin typeface="+mj-lt"/>
              </a:defRPr>
            </a:lvl1pPr>
          </a:lstStyle>
          <a:p>
            <a:r>
              <a:rPr lang="id-ID"/>
              <a:t>Judul: tindakan, akibat, atau pertanyaan</a:t>
            </a:r>
          </a:p>
        </p:txBody>
      </p:sp>
      <p:sp>
        <p:nvSpPr>
          <p:cNvPr id="3" name="Langkah"/>
          <p:cNvSpPr>
            <a:spLocks noGrp="1"/>
          </p:cNvSpPr>
          <p:nvPr>
            <p:ph type="body" idx="1"/>
          </p:nvPr>
        </p:nvSpPr>
        <p:spPr>
          <a:xfrm>
            <a:off x="457200" y="1234440"/>
            <a:ext cx="5120640" cy="438912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600" b="0">
                <a:solidFill>
                  <a:srgbClr val="061D32"/>
                </a:solidFill>
                <a:latin typeface="+mn-lt"/>
              </a:defRPr>
            </a:lvl1pPr>
          </a:lstStyle>
          <a:p>
            <a:r>
              <a:rPr lang="id-ID"/>
              <a:t>Langkah yang bisa diamati, satu per baris</a:t>
            </a:r>
          </a:p>
        </p:txBody>
      </p:sp>
      <p:sp>
        <p:nvSpPr>
          <p:cNvPr id="4" name="Label contoh"/>
          <p:cNvSpPr>
            <a:spLocks noGrp="1"/>
          </p:cNvSpPr>
          <p:nvPr>
            <p:ph type="body" idx="12"/>
          </p:nvPr>
        </p:nvSpPr>
        <p:spPr>
          <a:xfrm>
            <a:off x="5852160" y="1234440"/>
            <a:ext cx="5486400" cy="36576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400" b="1" cap="all">
                <a:solidFill>
                  <a:srgbClr val="F5B84A"/>
                </a:solidFill>
                <a:latin typeface="+mn-lt"/>
              </a:defRPr>
            </a:lvl1pPr>
          </a:lstStyle>
          <a:p>
            <a:r>
              <a:rPr lang="id-ID"/>
              <a:t>Contoh hasil jadi</a:t>
            </a:r>
          </a:p>
        </p:txBody>
      </p:sp>
      <p:sp>
        <p:nvSpPr>
          <p:cNvPr id="5" name="Contoh hasil"/>
          <p:cNvSpPr>
            <a:spLocks noGrp="1"/>
          </p:cNvSpPr>
          <p:nvPr>
            <p:ph type="pic" idx="10"/>
          </p:nvPr>
        </p:nvSpPr>
        <p:spPr>
          <a:xfrm>
            <a:off x="5852160" y="1645920"/>
            <a:ext cx="5882335" cy="3977640"/>
          </a:xfrm>
          <a:solidFill>
            <a:srgbClr val="E3E9EF"/>
          </a:solidFill>
        </p:spPr>
        <p:txBody>
          <a:bodyPr anchor="ctr"/>
          <a:lstStyle>
            <a:lvl1pPr algn="ctr">
              <a:defRPr sz="14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Gambar contoh hasil jadi</a:t>
            </a:r>
          </a:p>
        </p:txBody>
      </p:sp>
      <p:sp>
        <p:nvSpPr>
          <p:cNvPr id="6" name="Bar kesimpulan"/>
          <p:cNvSpPr/>
          <p:nvPr userDrawn="1"/>
        </p:nvSpPr>
        <p:spPr>
          <a:xfrm>
            <a:off x="0" y="5806440"/>
            <a:ext cx="12191695" cy="548640"/>
          </a:xfrm>
          <a:prstGeom prst="rect">
            <a:avLst/>
          </a:prstGeom>
          <a:solidFill>
            <a:srgbClr val="061D32"/>
          </a:solidFill>
          <a:ln>
            <a:noFill/>
          </a:ln>
        </p:spPr>
      </p:sp>
      <p:sp>
        <p:nvSpPr>
          <p:cNvPr id="7" name="Aksen emas"/>
          <p:cNvSpPr/>
          <p:nvPr userDrawn="1"/>
        </p:nvSpPr>
        <p:spPr>
          <a:xfrm>
            <a:off x="0" y="5806440"/>
            <a:ext cx="109728" cy="548640"/>
          </a:xfrm>
          <a:prstGeom prst="rect">
            <a:avLst/>
          </a:prstGeom>
          <a:solidFill>
            <a:srgbClr val="F5B84A"/>
          </a:solidFill>
          <a:ln>
            <a:noFill/>
          </a:ln>
        </p:spPr>
      </p:sp>
      <p:sp>
        <p:nvSpPr>
          <p:cNvPr id="8" name="Kesimpulan"/>
          <p:cNvSpPr>
            <a:spLocks noGrp="1"/>
          </p:cNvSpPr>
          <p:nvPr>
            <p:ph type="body" idx="22"/>
          </p:nvPr>
        </p:nvSpPr>
        <p:spPr>
          <a:xfrm>
            <a:off x="457200" y="5806440"/>
            <a:ext cx="11277295" cy="548640"/>
          </a:xfrm>
        </p:spPr>
        <p:txBody>
          <a:bodyPr wrap="square" lIns="0" rIns="0" tIns="0" bIns="0" anchor="ctr"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id-ID"/>
              <a:t>Satu kalimat kesimpulan</a:t>
            </a:r>
          </a:p>
        </p:txBody>
      </p:sp>
      <p:sp>
        <p:nvSpPr>
          <p:cNvPr id="9" name="Sumber"/>
          <p:cNvSpPr>
            <a:spLocks noGrp="1"/>
          </p:cNvSpPr>
          <p:nvPr>
            <p:ph type="body" idx="20"/>
          </p:nvPr>
        </p:nvSpPr>
        <p:spPr>
          <a:xfrm>
            <a:off x="457200" y="6446520"/>
            <a:ext cx="86868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Sumber: Penulis, tahun, hlm. x</a:t>
            </a:r>
          </a:p>
        </p:txBody>
      </p:sp>
      <p:sp>
        <p:nvSpPr>
          <p:cNvPr id="10" name="Nomor slide"/>
          <p:cNvSpPr>
            <a:spLocks noGrp="1"/>
          </p:cNvSpPr>
          <p:nvPr>
            <p:ph type="sldNum" idx="21"/>
          </p:nvPr>
        </p:nvSpPr>
        <p:spPr>
          <a:xfrm>
            <a:off x="10820095" y="6446520"/>
            <a:ext cx="9144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r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feren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"/>
          <p:cNvSpPr>
            <a:spLocks noGrp="1"/>
          </p:cNvSpPr>
          <p:nvPr>
            <p:ph type="title" idx="0"/>
          </p:nvPr>
        </p:nvSpPr>
        <p:spPr>
          <a:xfrm>
            <a:off x="457200" y="274320"/>
            <a:ext cx="11277295" cy="777240"/>
          </a:xfrm>
        </p:spPr>
        <p:txBody>
          <a:bodyPr wrap="square" lIns="0" rIns="0" tIns="0" bIns="0" anchor="b">
            <a:normAutofit/>
          </a:bodyPr>
          <a:lstStyle>
            <a:lvl1pPr marL="0" indent="0" algn="l">
              <a:buNone/>
              <a:defRPr sz="3000" b="1">
                <a:solidFill>
                  <a:srgbClr val="061D32"/>
                </a:solidFill>
                <a:latin typeface="+mj-lt"/>
              </a:defRPr>
            </a:lvl1pPr>
          </a:lstStyle>
          <a:p>
            <a:r>
              <a:rPr lang="id-ID"/>
              <a:t>Judul: tindakan, akibat, atau pertanyaan</a:t>
            </a:r>
          </a:p>
        </p:txBody>
      </p:sp>
      <p:sp>
        <p:nvSpPr>
          <p:cNvPr id="3" name="Daftar referensi"/>
          <p:cNvSpPr>
            <a:spLocks noGrp="1"/>
          </p:cNvSpPr>
          <p:nvPr>
            <p:ph type="body" idx="1"/>
          </p:nvPr>
        </p:nvSpPr>
        <p:spPr>
          <a:xfrm>
            <a:off x="457200" y="1234440"/>
            <a:ext cx="11277295" cy="502920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1200" b="0">
                <a:solidFill>
                  <a:srgbClr val="061D32"/>
                </a:solidFill>
                <a:latin typeface="+mn-lt"/>
              </a:defRPr>
            </a:lvl1pPr>
          </a:lstStyle>
          <a:p>
            <a:r>
              <a:rPr lang="id-ID"/>
              <a:t>Penulis. (Tahun). Judul. Venue. https://doi.org/...</a:t>
            </a:r>
          </a:p>
        </p:txBody>
      </p:sp>
      <p:sp>
        <p:nvSpPr>
          <p:cNvPr id="4" name="Sumber"/>
          <p:cNvSpPr>
            <a:spLocks noGrp="1"/>
          </p:cNvSpPr>
          <p:nvPr>
            <p:ph type="body" idx="20"/>
          </p:nvPr>
        </p:nvSpPr>
        <p:spPr>
          <a:xfrm>
            <a:off x="457200" y="6446520"/>
            <a:ext cx="86868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l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>Sumber: Penulis, tahun, hlm. x</a:t>
            </a:r>
          </a:p>
        </p:txBody>
      </p:sp>
      <p:sp>
        <p:nvSpPr>
          <p:cNvPr id="5" name="Nomor slide"/>
          <p:cNvSpPr>
            <a:spLocks noGrp="1"/>
          </p:cNvSpPr>
          <p:nvPr>
            <p:ph type="sldNum" idx="21"/>
          </p:nvPr>
        </p:nvSpPr>
        <p:spPr>
          <a:xfrm>
            <a:off x="10820095" y="6446520"/>
            <a:ext cx="914400" cy="274320"/>
          </a:xfrm>
        </p:spPr>
        <p:txBody>
          <a:bodyPr wrap="square" lIns="0" rIns="0" tIns="0" bIns="0" anchor="t">
            <a:normAutofit/>
          </a:bodyPr>
          <a:lstStyle>
            <a:lvl1pPr marL="0" indent="0" algn="r">
              <a:buNone/>
              <a:defRPr sz="900" b="0">
                <a:solidFill>
                  <a:srgbClr val="5B6B7C"/>
                </a:solidFill>
                <a:latin typeface="+mn-lt"/>
              </a:defRPr>
            </a:lvl1pPr>
          </a:lstStyle>
          <a:p>
            <a:r>
              <a:rPr lang="id-ID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workshop-skills">
      <a:dk1>
        <a:srgbClr val="061D32"/>
      </a:dk1>
      <a:lt1>
        <a:srgbClr val="FFFFFF"/>
      </a:lt1>
      <a:dk2>
        <a:srgbClr val="082743"/>
      </a:dk2>
      <a:lt2>
        <a:srgbClr val="F7F9FB"/>
      </a:lt2>
      <a:accent1>
        <a:srgbClr val="2697AF"/>
      </a:accent1>
      <a:accent2>
        <a:srgbClr val="F5B84A"/>
      </a:accent2>
      <a:accent3>
        <a:srgbClr val="0BABB8"/>
      </a:accent3>
      <a:accent4>
        <a:srgbClr val="D64545"/>
      </a:accent4>
      <a:accent5>
        <a:srgbClr val="082743"/>
      </a:accent5>
      <a:accent6>
        <a:srgbClr val="5B6B7C"/>
      </a:accent6>
      <a:hlink>
        <a:srgbClr val="2697AF"/>
      </a:hlink>
      <a:folHlink>
        <a:srgbClr val="0BABB8"/>
      </a:folHlink>
    </a:clrScheme>
    <a:fontScheme name="Office">
      <a:majorFont>
        <a:latin typeface="Inter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